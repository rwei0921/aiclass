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  <p:sldId id="271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AI Explorer — 互動式 AI 地圖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dirty="0" err="1">
                <a:solidFill>
                  <a:srgbClr val="9DB3CF"/>
                </a:solidFill>
                <a:latin typeface="Noto Sans TC"/>
              </a:rPr>
              <a:t>期中成果報告</a:t>
            </a:r>
            <a:endParaRPr sz="2200" dirty="0">
              <a:solidFill>
                <a:srgbClr val="9DB3CF"/>
              </a:solidFill>
              <a:latin typeface="Noto Sans TC"/>
            </a:endParaRPr>
          </a:p>
          <a:p>
            <a:r>
              <a:rPr sz="2200" dirty="0" err="1">
                <a:solidFill>
                  <a:srgbClr val="9DB3CF"/>
                </a:solidFill>
                <a:latin typeface="Noto Sans TC"/>
              </a:rPr>
              <a:t>班級</a:t>
            </a:r>
            <a:r>
              <a:rPr sz="2200" dirty="0">
                <a:solidFill>
                  <a:srgbClr val="9DB3CF"/>
                </a:solidFill>
                <a:latin typeface="Noto Sans TC"/>
              </a:rPr>
              <a:t>：</a:t>
            </a:r>
            <a:r>
              <a:rPr lang="zh-TW" altLang="en-US" sz="2200" dirty="0">
                <a:solidFill>
                  <a:srgbClr val="9DB3CF"/>
                </a:solidFill>
                <a:latin typeface="Noto Sans TC"/>
              </a:rPr>
              <a:t>資工三甲</a:t>
            </a:r>
            <a:r>
              <a:rPr lang="en-US" altLang="zh-TW" sz="2200" dirty="0">
                <a:solidFill>
                  <a:srgbClr val="9DB3CF"/>
                </a:solidFill>
                <a:latin typeface="Noto Sans TC"/>
              </a:rPr>
              <a:t>	</a:t>
            </a:r>
            <a:r>
              <a:rPr sz="2200" dirty="0">
                <a:solidFill>
                  <a:srgbClr val="9DB3CF"/>
                </a:solidFill>
                <a:latin typeface="Noto Sans TC"/>
              </a:rPr>
              <a:t> </a:t>
            </a:r>
            <a:r>
              <a:rPr sz="2200" dirty="0" err="1">
                <a:solidFill>
                  <a:srgbClr val="9DB3CF"/>
                </a:solidFill>
                <a:latin typeface="Noto Sans TC"/>
              </a:rPr>
              <a:t>姓名</a:t>
            </a:r>
            <a:r>
              <a:rPr sz="2200" dirty="0">
                <a:solidFill>
                  <a:srgbClr val="9DB3CF"/>
                </a:solidFill>
                <a:latin typeface="Noto Sans TC"/>
              </a:rPr>
              <a:t>：</a:t>
            </a:r>
            <a:r>
              <a:rPr lang="zh-TW" altLang="en-US" sz="2200" dirty="0">
                <a:solidFill>
                  <a:srgbClr val="9DB3CF"/>
                </a:solidFill>
                <a:latin typeface="Noto Sans TC"/>
              </a:rPr>
              <a:t>許哲瑋 李彥辰 黃靖凱</a:t>
            </a:r>
            <a:r>
              <a:rPr sz="2200" dirty="0">
                <a:solidFill>
                  <a:srgbClr val="9DB3CF"/>
                </a:solidFill>
                <a:latin typeface="Noto Sans TC"/>
              </a:rPr>
              <a:t>  日期：2026/03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AI Explorer — 互動式 AI 地圖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678782"/>
            <a:ext cx="8179455" cy="1647223"/>
          </a:xfrm>
          <a:prstGeom prst="roundRect">
            <a:avLst/>
          </a:prstGeom>
          <a:solidFill>
            <a:srgbClr val="0D223D"/>
          </a:solidFill>
          <a:ln w="1524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ECF4FF"/>
                </a:solidFill>
                <a:latin typeface="Noto Sans TC"/>
              </a:defRPr>
            </a:pPr>
            <a:r>
              <a:t>讓 AI 歷史變成可點擊、可理解、可驗證的學習地圖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目錄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08525"/>
          </a:xfrm>
        </p:spPr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9144000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目錄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93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rPr dirty="0"/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7760110" cy="4526280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799"/>
            <a:ext cx="7589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1. 問題與解決方案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2. 網站架構與地圖設計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3. 節點 Demo 與技術選型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4. 期中完成項目與期末規劃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5. 反思與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問題：AI 很難懂？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9144000" cy="114300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問題：AI 很難懂？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1430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329" y="1319194"/>
            <a:ext cx="3135507" cy="4338484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4000" y="1319194"/>
            <a:ext cx="3135507" cy="4338484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6321" y="1417638"/>
            <a:ext cx="432816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79F0C6"/>
                </a:solidFill>
                <a:latin typeface="Noto Sans TC"/>
              </a:defRPr>
            </a:pPr>
            <a:r>
              <a:rPr dirty="0" err="1"/>
              <a:t>痛點</a:t>
            </a:r>
            <a:endParaRPr dirty="0"/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概念抽象、術語多</a:t>
            </a:r>
            <a:endParaRPr dirty="0"/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缺乏歷史脈絡</a:t>
            </a:r>
            <a:endParaRPr dirty="0"/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一般使用者難以快速入門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530352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79F0C6"/>
                </a:solidFill>
                <a:latin typeface="Noto Sans TC"/>
              </a:defRPr>
            </a:pPr>
            <a:r>
              <a:t>需要的體驗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可視化呈現演進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點擊式互動學習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白話解釋 + 真實來源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解決方案：AI 地圖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29768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9144000" cy="13684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解決方案：AI 地圖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9380" y="103534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rPr dirty="0"/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7863840" cy="4525963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78867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核心概念：把 AI 發展做成可點擊科技樹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學習流程：點節點 -&gt; 看摘要 -&gt; 看影片 -&gt; 查來源 -&gt; 做測驗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目標：讓非資訊背景也能建立完整脈絡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7258" y="471575"/>
            <a:ext cx="8229600" cy="1143000"/>
          </a:xfrm>
        </p:spPr>
        <p:txBody>
          <a:bodyPr/>
          <a:lstStyle/>
          <a:p>
            <a:r>
              <a:rPr sz="3200" b="1" dirty="0" err="1">
                <a:solidFill>
                  <a:srgbClr val="ECF4FF"/>
                </a:solidFill>
                <a:latin typeface="Space Grotesk"/>
              </a:rPr>
              <a:t>目標受眾</a:t>
            </a:r>
            <a:endParaRPr sz="3200" b="1" dirty="0">
              <a:solidFill>
                <a:srgbClr val="ECF4FF"/>
              </a:solidFill>
              <a:latin typeface="Space Grotesk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9144000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目標受眾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9207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rPr dirty="0"/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7769942" cy="4525963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81838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完全不懂 AI 的一般使用者（同學、家人、非資訊背景）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需要快速理解 AI 發展脈絡的報告觀眾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想用互動方式學習而非只看長文的人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網站架構（Site 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29768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9144000" cy="6251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網站架構（Site Map）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98591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rPr dirty="0"/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199"/>
            <a:ext cx="8229600" cy="4525963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7726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Home：專案入口與 CTA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Map：互動 AI 地圖核心頁（左地圖右面板）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Topics：22 節點主題索引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About：專案與資料來源說明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AI 地圖設計概念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9144000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AI 地圖設計概念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422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8001000" cy="4384204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7498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橫軸：時間（1950 -&gt; 2023）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縱向：技術類別（理論、模型、訓練、突破、寒冬）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節點連線：表示技術影響關係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互動：點擊、縮放、拖曳、年代篩選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地圖截圖全覽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29768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9144000" cy="6251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地圖截圖全覽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353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rPr dirty="0"/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4232" y="2806874"/>
            <a:ext cx="7167716" cy="3365961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468880" y="1248031"/>
            <a:ext cx="4240653" cy="1472971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60405" y="1333904"/>
            <a:ext cx="386653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左側</a:t>
            </a:r>
            <a:r>
              <a:rPr dirty="0"/>
              <a:t> 65%：SVG </a:t>
            </a:r>
            <a:r>
              <a:rPr dirty="0" err="1"/>
              <a:t>互動地圖</a:t>
            </a:r>
            <a:endParaRPr dirty="0"/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右側</a:t>
            </a:r>
            <a:r>
              <a:rPr dirty="0"/>
              <a:t> 35%：</a:t>
            </a:r>
            <a:r>
              <a:rPr dirty="0" err="1"/>
              <a:t>節點詳情面板</a:t>
            </a:r>
            <a:endParaRPr dirty="0"/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上方：年代篩選（1950s -&gt; 2020s+）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面板內容：摘要、影片、來源、測驗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節點 Demo 1 — 圖靈測試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9144000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節點 Demo 1 — 圖靈測試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3977" y="8657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5866" y="2937443"/>
            <a:ext cx="7692267" cy="3353629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523941" y="1422234"/>
            <a:ext cx="3931920" cy="1487129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98260" y="1696553"/>
            <a:ext cx="375985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年份：1950，類別：理論基礎</a:t>
            </a:r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已接</a:t>
            </a:r>
            <a:r>
              <a:rPr dirty="0"/>
              <a:t> </a:t>
            </a:r>
            <a:r>
              <a:rPr dirty="0" err="1"/>
              <a:t>NotebookLM</a:t>
            </a:r>
            <a:r>
              <a:rPr dirty="0"/>
              <a:t> </a:t>
            </a:r>
            <a:r>
              <a:rPr dirty="0" err="1"/>
              <a:t>摘要與來源連結</a:t>
            </a:r>
            <a:endParaRPr dirty="0"/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本地</a:t>
            </a:r>
            <a:r>
              <a:rPr dirty="0"/>
              <a:t> mp4 </a:t>
            </a:r>
            <a:r>
              <a:rPr dirty="0" err="1"/>
              <a:t>影片可直接在面板播放</a:t>
            </a:r>
            <a:endParaRPr dirty="0"/>
          </a:p>
          <a:p>
            <a:pPr>
              <a:defRPr sz="16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小測驗可即時回饋答案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技術選型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29768"/>
            <a:ext cx="12188952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技術選型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7315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3440307" cy="3640394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52538" y="1600200"/>
            <a:ext cx="3440307" cy="3640394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79F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514918"/>
            <a:ext cx="3165987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79F0C6"/>
                </a:solidFill>
                <a:latin typeface="Noto Sans TC"/>
              </a:defRPr>
            </a:pPr>
            <a:r>
              <a:t>前端與部署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HTML / CSS / JavaScript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SVG 地圖互動</a:t>
            </a:r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t>• GitHub Pages 靜態部署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3753" y="2514920"/>
            <a:ext cx="3440307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79F0C6"/>
                </a:solidFill>
                <a:latin typeface="Noto Sans TC"/>
              </a:defRPr>
            </a:pPr>
            <a:r>
              <a:rPr dirty="0" err="1"/>
              <a:t>內容系統</a:t>
            </a:r>
            <a:endParaRPr dirty="0"/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NotebookLM</a:t>
            </a:r>
            <a:r>
              <a:rPr dirty="0"/>
              <a:t> </a:t>
            </a:r>
            <a:r>
              <a:rPr dirty="0" err="1"/>
              <a:t>作為內容後台</a:t>
            </a:r>
            <a:endParaRPr dirty="0"/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匯出</a:t>
            </a:r>
            <a:r>
              <a:rPr dirty="0"/>
              <a:t> JSON </a:t>
            </a:r>
            <a:r>
              <a:rPr dirty="0" err="1"/>
              <a:t>半自動同步</a:t>
            </a:r>
            <a:endParaRPr dirty="0"/>
          </a:p>
          <a:p>
            <a:pPr>
              <a:defRPr sz="1700">
                <a:solidFill>
                  <a:srgbClr val="ECF4FF"/>
                </a:solidFill>
                <a:latin typeface="Noto Sans TC"/>
              </a:defRPr>
            </a:pPr>
            <a:r>
              <a:rPr dirty="0"/>
              <a:t>• </a:t>
            </a:r>
            <a:r>
              <a:rPr dirty="0" err="1"/>
              <a:t>節點結構與內容層分離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期中完成清單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9144000" cy="73152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期中完成清單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6540" y="132588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7772400" cy="4251642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7498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完成四頁網站：Home / Map / Topics / About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 22 節點資料與地圖互動邏輯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完成年代篩選、縮放拖曳、測驗互動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 NotebookLM 內容層整合架構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期末計畫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5719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8"/>
            <a:ext cx="9144000" cy="45719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期末計畫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64008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4480"/>
            <a:ext cx="7651955" cy="4525963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95800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補齊 22 節點 NotebookLM 摘要 / 影片 / 來源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完成 RWD 細節與手機互動優化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加入搜尋與學習路徑導覽功能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進行使用者測試與修正迭代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反思與挑戰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 flipV="1">
            <a:off x="0" y="-251460"/>
            <a:ext cx="9144000" cy="2514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flipV="1">
            <a:off x="0" y="384049"/>
            <a:ext cx="9144000" cy="45719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反思與挑戰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7940" y="6432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rPr dirty="0"/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7863840" cy="4525963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73383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如何在白話與準確性間取得平衡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如何維持多來源內容的一致更新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如何提升地圖互動流暢度與可讀性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下一步：建立固定同步與檢查流程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ECF4FF"/>
                </a:solidFill>
                <a:latin typeface="Space Grotesk"/>
              </a:rP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-1"/>
            <a:ext cx="9144000" cy="580103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29767"/>
            <a:ext cx="9144000" cy="84379"/>
          </a:xfrm>
          <a:prstGeom prst="rect">
            <a:avLst/>
          </a:prstGeom>
          <a:solidFill>
            <a:srgbClr val="32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73152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2C5FF"/>
                </a:solidFill>
                <a:latin typeface="Noto Sans TC"/>
              </a:defRPr>
            </a:pPr>
            <a:r>
              <a:t>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83985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DB3CF"/>
                </a:solidFill>
                <a:latin typeface="Space Grotesk"/>
              </a:defRPr>
            </a:pPr>
            <a:r>
              <a:rPr dirty="0"/>
              <a:t>AI Explorer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19124"/>
            <a:ext cx="7760110" cy="4571683"/>
          </a:xfrm>
          <a:prstGeom prst="roundRect">
            <a:avLst/>
          </a:prstGeom>
          <a:solidFill>
            <a:srgbClr val="0D223D"/>
          </a:solidFill>
          <a:ln w="12700">
            <a:solidFill>
              <a:srgbClr val="32C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77601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感謝聆聽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歡迎提問與建議</a:t>
            </a:r>
          </a:p>
          <a:p>
            <a:pPr>
              <a:defRPr sz="1800">
                <a:solidFill>
                  <a:srgbClr val="ECF4FF"/>
                </a:solidFill>
                <a:latin typeface="Noto Sans TC"/>
              </a:defRPr>
            </a:pPr>
            <a:r>
              <a:t>• AI Explorer 將持續迭代為更完整的學習平台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731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DB3CF"/>
                </a:solidFill>
                <a:latin typeface="Space Grotesk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416</Words>
  <Application>Microsoft Office PowerPoint</Application>
  <PresentationFormat>如螢幕大小 (4:3)</PresentationFormat>
  <Paragraphs>117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9" baseType="lpstr">
      <vt:lpstr>Noto Sans TC</vt:lpstr>
      <vt:lpstr>Space Grotesk</vt:lpstr>
      <vt:lpstr>Arial</vt:lpstr>
      <vt:lpstr>Calibri</vt:lpstr>
      <vt:lpstr>Office Theme</vt:lpstr>
      <vt:lpstr>AI Explorer — 互動式 AI 地圖</vt:lpstr>
      <vt:lpstr>目錄</vt:lpstr>
      <vt:lpstr>問題：AI 很難懂？</vt:lpstr>
      <vt:lpstr>解決方案：AI 地圖</vt:lpstr>
      <vt:lpstr>目標受眾</vt:lpstr>
      <vt:lpstr>網站架構（Site Map）</vt:lpstr>
      <vt:lpstr>AI 地圖設計概念</vt:lpstr>
      <vt:lpstr>地圖截圖全覽</vt:lpstr>
      <vt:lpstr>節點 Demo 1 — 圖靈測試</vt:lpstr>
      <vt:lpstr>技術選型</vt:lpstr>
      <vt:lpstr>期中完成清單</vt:lpstr>
      <vt:lpstr>期末計畫</vt:lpstr>
      <vt:lpstr>反思與挑戰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許哲瑋</cp:lastModifiedBy>
  <cp:revision>29</cp:revision>
  <dcterms:created xsi:type="dcterms:W3CDTF">2013-01-27T09:14:16Z</dcterms:created>
  <dcterms:modified xsi:type="dcterms:W3CDTF">2026-03-10T06:41:12Z</dcterms:modified>
  <cp:category/>
</cp:coreProperties>
</file>