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AI Explorer — 互動式 AI 地圖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200">
                <a:solidFill>
                  <a:srgbClr val="9DB3CF"/>
                </a:solidFill>
                <a:latin typeface="Noto Sans TC"/>
              </a:rPr>
              <a:t>期中成果報告</a:t>
            </a:r>
          </a:p>
          <a:p>
            <a:r>
              <a:rPr sz="2200">
                <a:solidFill>
                  <a:srgbClr val="9DB3CF"/>
                </a:solidFill>
                <a:latin typeface="Noto Sans TC"/>
              </a:rPr>
              <a:t>班級：__________  姓名：__________  日期：2026/03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AI Explorer — 互動式 AI 地圖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60520"/>
            <a:ext cx="10972800" cy="1554480"/>
          </a:xfrm>
          <a:prstGeom prst="roundRect">
            <a:avLst/>
          </a:prstGeom>
          <a:solidFill>
            <a:srgbClr val="0D223D"/>
          </a:solidFill>
          <a:ln w="1524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ECF4FF"/>
                </a:solidFill>
                <a:latin typeface="Noto Sans TC"/>
              </a:defRPr>
            </a:pPr>
            <a:r>
              <a:t>讓 AI 歷史變成可點擊、可理解、可驗證的學習地圖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目錄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目錄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54480"/>
            <a:ext cx="10881360" cy="452628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102412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1. 問題與解決方案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2. 網站架構與地圖設計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3. 節點 Demo 與技術選型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4. 期中完成項目與期末規劃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5. 反思與 Q&amp;A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問題：AI 很難懂？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問題：AI 很難懂？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5440680" cy="448056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44768" y="1600200"/>
            <a:ext cx="5440680" cy="448056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79F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530352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79F0C6"/>
                </a:solidFill>
                <a:latin typeface="Noto Sans TC"/>
              </a:defRPr>
            </a:pPr>
            <a:r>
              <a:t>痛點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概念抽象、術語多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缺乏歷史脈絡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一般使用者難以快速入門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371600"/>
            <a:ext cx="530352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79F0C6"/>
                </a:solidFill>
                <a:latin typeface="Noto Sans TC"/>
              </a:defRPr>
            </a:pPr>
            <a:r>
              <a:t>需要的體驗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可視化呈現演進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點擊式互動學習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白話解釋 + 真實來源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解決方案：AI 地圖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解決方案：AI 地圖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54480"/>
            <a:ext cx="10881360" cy="452628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102412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核心概念：把 AI 發展做成可點擊科技樹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學習流程：點節點 -&gt; 看摘要 -&gt; 看影片 -&gt; 查來源 -&gt; 做測驗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目標：讓非資訊背景也能建立完整脈絡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目標受眾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目標受眾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54480"/>
            <a:ext cx="10881360" cy="452628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102412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完全不懂 AI 的一般使用者（同學、家人、非資訊背景）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需要快速理解 AI 發展脈絡的報告觀眾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想用互動方式學習而非只看長文的人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網站架構（Site 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網站架構（Site Map）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54480"/>
            <a:ext cx="10881360" cy="452628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102412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Home：專案入口與 CTA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Map：互動 AI 地圖核心頁（左地圖右面板）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Topics：22 節點主題索引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About：專案與資料來源說明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AI 地圖設計概念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AI 地圖設計概念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54480"/>
            <a:ext cx="10881360" cy="452628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102412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橫軸：時間（1950 -&gt; 2023）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縱向：技術類別（理論、模型、訓練、突破、寒冬）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節點連線：表示技術影響關係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互動：點擊、縮放、拖曳、年代篩選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地圖截圖全覽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地圖截圖全覽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6400800" cy="448056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47088"/>
            <a:ext cx="5943600" cy="39776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23760" y="1600200"/>
            <a:ext cx="4343400" cy="448056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79F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874519"/>
            <a:ext cx="3840480" cy="3977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左側 65%：SVG 互動地圖</a:t>
            </a:r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右側 35%：節點詳情面板</a:t>
            </a:r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上方：年代篩選（1950s -&gt; 2020s+）</a:t>
            </a:r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面板內容：摘要、影片、來源、測驗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節點 Demo 1 — 圖靈測試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節點 Demo 1 — 圖靈測試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6400800" cy="448056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mo-tu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47088"/>
            <a:ext cx="5943600" cy="39776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23760" y="1600200"/>
            <a:ext cx="4343400" cy="448056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79F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874519"/>
            <a:ext cx="3840480" cy="3977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年份：1950，類別：理論基礎</a:t>
            </a:r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已接 NotebookLM 摘要與來源連結</a:t>
            </a:r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本地 mp4 影片可直接在面板播放</a:t>
            </a:r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小測驗可即時回饋答案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節點 Demo 2 — Transformer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節點 Demo 2 — Transformer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6400800" cy="448056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mo-trans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47088"/>
            <a:ext cx="5943600" cy="39776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23760" y="1600200"/>
            <a:ext cx="4343400" cy="448056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79F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874519"/>
            <a:ext cx="3840480" cy="3977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年份：2017，類別：模型架構</a:t>
            </a:r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定位：大型語言模型的核心架構</a:t>
            </a:r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可展示與 BERT / GPT-3 的技術關聯</a:t>
            </a:r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規劃補齊 NotebookLM 摘要與影片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節點 Demo 3 — ChatGPT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節點 Demo 3 — ChatGPT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6400800" cy="448056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mo-chatg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47088"/>
            <a:ext cx="5943600" cy="39776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23760" y="1600200"/>
            <a:ext cx="4343400" cy="448056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79F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874519"/>
            <a:ext cx="3840480" cy="3977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年份：2022，類別：應用突破</a:t>
            </a:r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重點：AI 大眾化的重要里程碑</a:t>
            </a:r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可結合來源出處做可查證展示</a:t>
            </a:r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t>• 與 Multimodal 節點串接未來趨勢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技術選型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技術選型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5440680" cy="448056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44768" y="1600200"/>
            <a:ext cx="5440680" cy="448056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79F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530352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79F0C6"/>
                </a:solidFill>
                <a:latin typeface="Noto Sans TC"/>
              </a:defRPr>
            </a:pPr>
            <a:r>
              <a:t>前端與部署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HTML / CSS / JavaScript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SVG 地圖互動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GitHub Pages 靜態部署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371600"/>
            <a:ext cx="530352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79F0C6"/>
                </a:solidFill>
                <a:latin typeface="Noto Sans TC"/>
              </a:defRPr>
            </a:pPr>
            <a:r>
              <a:t>內容系統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NotebookLM 作為內容後台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匯出 JSON 半自動同步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節點結構與內容層分離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期中完成清單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期中完成清單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54480"/>
            <a:ext cx="10881360" cy="452628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102412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完成四頁網站：Home / Map / Topics / About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完成 22 節點資料與地圖互動邏輯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完成年代篩選、縮放拖曳、測驗互動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完成 NotebookLM 內容層整合架構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期末計畫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期末計畫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54480"/>
            <a:ext cx="10881360" cy="452628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102412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補齊 22 節點 NotebookLM 摘要 / 影片 / 來源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完成 RWD 細節與手機互動優化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加入搜尋與學習路徑導覽功能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進行使用者測試與修正迭代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反思與挑戰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反思與挑戰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54480"/>
            <a:ext cx="10881360" cy="452628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102412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如何在白話與準確性間取得平衡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如何維持多來源內容的一致更新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如何提升地圖互動流暢度與可讀性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下一步：建立固定同步與檢查流程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54480"/>
            <a:ext cx="10881360" cy="452628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102412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感謝聆聽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歡迎提問與建議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AI Explorer 將持續迭代為更完整的學習平台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