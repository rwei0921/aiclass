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51" d="100"/>
          <a:sy n="51" d="100"/>
        </p:scale>
        <p:origin x="88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72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9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16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92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1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5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9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5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1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1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7C51B-1D3B-4EA9-BB3B-7BEC480F3B30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ECAD7-BDA6-4B05-8E86-1E71C26E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0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971675" y="2743200"/>
            <a:ext cx="9159240" cy="2514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7763" indent="-2417763" algn="l">
              <a:lnSpc>
                <a:spcPts val="4600"/>
              </a:lnSpc>
              <a:spcBef>
                <a:spcPts val="600"/>
              </a:spcBef>
            </a:pPr>
            <a:r>
              <a:rPr lang="zh-TW" altLang="en-US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作品名稱：</a:t>
            </a:r>
            <a:r>
              <a:rPr lang="en-US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en-US" altLang="zh-TW" sz="3200" b="1" spc="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Eeplorer</a:t>
            </a:r>
            <a:r>
              <a:rPr lang="en-US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互動式</a:t>
            </a:r>
            <a:r>
              <a:rPr lang="en-US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歷史地圖</a:t>
            </a:r>
            <a:endParaRPr lang="en-US" altLang="zh-TW" sz="3200" b="1" spc="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417763" indent="-2417763" algn="l">
              <a:lnSpc>
                <a:spcPts val="4600"/>
              </a:lnSpc>
              <a:spcBef>
                <a:spcPts val="600"/>
              </a:spcBef>
            </a:pPr>
            <a:r>
              <a:rPr lang="zh-TW" altLang="en-US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指導老師：</a:t>
            </a:r>
            <a:r>
              <a:rPr lang="zh-TW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林聖傑</a:t>
            </a:r>
            <a:r>
              <a:rPr lang="zh-TW" altLang="en-US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龔皇光</a:t>
            </a:r>
            <a:r>
              <a:rPr lang="zh-TW" altLang="en-US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老師</a:t>
            </a:r>
            <a:endParaRPr lang="en-US" altLang="zh-TW" sz="3200" b="1" spc="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417763" indent="-2417763" algn="l">
              <a:lnSpc>
                <a:spcPts val="4600"/>
              </a:lnSpc>
              <a:spcBef>
                <a:spcPts val="600"/>
              </a:spcBef>
            </a:pPr>
            <a:r>
              <a:rPr lang="zh-TW" altLang="en-US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學生姓名：</a:t>
            </a:r>
            <a:r>
              <a:rPr lang="zh-TW" altLang="zh-TW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李彥辰</a:t>
            </a:r>
            <a:r>
              <a:rPr lang="zh-TW" altLang="en-US" sz="3200" b="1" spc="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、許哲瑋</a:t>
            </a:r>
            <a:r>
              <a:rPr lang="zh-TW" altLang="en-US" sz="3200" b="1" spc="200">
                <a:latin typeface="微軟正黑體" panose="020B0604030504040204" pitchFamily="34" charset="-120"/>
                <a:ea typeface="微軟正黑體" panose="020B0604030504040204" pitchFamily="34" charset="-120"/>
              </a:rPr>
              <a:t>、黃靖凱</a:t>
            </a:r>
            <a:endParaRPr lang="en-US" sz="3200" b="1" spc="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578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專題簡介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Explorer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是一個以互動式地圖呈現人工助會發展歷程的學習網站，主軸是讓使用者從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1950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年的圖靈測試一路探索到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Native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Workflows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關鍵節點，串起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發展脈絡，每個節點都提供白話說明、代表應用、常見誤解、小測驗與影片內容，讓非資訊背景使用者也能快速入門。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439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專題動機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AI 技術發展快速，初學者常遇到名詞太多、脈絡太散的問題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傳統文章或簡報難以呈現技術之間的時間關係與演進路徑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影片、測驗與互動地圖能降低學習門檻，提高探索意願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本專題希望讓 AI 學習從「被動閱讀」轉為「主動探索」</a:t>
            </a: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251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目標使用者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內容版面配置區 18">
            <a:extLst>
              <a:ext uri="{FF2B5EF4-FFF2-40B4-BE49-F238E27FC236}">
                <a16:creationId xmlns:a16="http://schemas.microsoft.com/office/drawing/2014/main" id="{E93D81CB-FE6F-6E51-9CB9-C3A2B74AF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200" y="1995488"/>
            <a:ext cx="97536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4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核心設計理念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1170819-9FB2-2FDF-B271-315EFCFE9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3144" y="1825625"/>
            <a:ext cx="8685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7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網站架構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index.html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about.html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關於頁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map.html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地圖頁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topics.html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主題頁</a:t>
            </a: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   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網頁樣式</a:t>
            </a: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    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網頁互動功能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assets/ 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圖片等素材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data/   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網站資料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ppt/    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ReadMe.md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專案說明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task.md 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工作清單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.AGENT.md         AI/Codex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專案規則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02DEDE2-92CE-BF85-D29D-C6DA89AE7E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967"/>
          <a:stretch>
            <a:fillRect/>
          </a:stretch>
        </p:blipFill>
        <p:spPr>
          <a:xfrm>
            <a:off x="6096000" y="1448007"/>
            <a:ext cx="2659992" cy="472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9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資料與內容規模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822C202-F7EB-1462-209E-DFED38F70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7886" y="1390650"/>
            <a:ext cx="9753600" cy="20383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236F37F-CEAA-121C-6D8C-D4B36CB35A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653"/>
          <a:stretch>
            <a:fillRect/>
          </a:stretch>
        </p:blipFill>
        <p:spPr>
          <a:xfrm>
            <a:off x="5177972" y="3723604"/>
            <a:ext cx="5983514" cy="20383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6961A4C-2CC4-88BF-BB0B-DD5C9B083875}"/>
              </a:ext>
            </a:extLst>
          </p:cNvPr>
          <p:cNvSpPr txBox="1"/>
          <p:nvPr/>
        </p:nvSpPr>
        <p:spPr>
          <a:xfrm>
            <a:off x="1407885" y="3946073"/>
            <a:ext cx="35995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節點涵蓋理論基礎、模型架構、訓練方法、應用突破與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寒冬，時間從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1950~2026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3660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互動地圖功能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AE86BFC-C169-1BF3-8763-EE2CB691F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99" y="1690688"/>
            <a:ext cx="7731601" cy="435133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7F9F723-9ED5-C467-41BC-F2443B95BBF6}"/>
              </a:ext>
            </a:extLst>
          </p:cNvPr>
          <p:cNvSpPr txBox="1"/>
          <p:nvPr/>
        </p:nvSpPr>
        <p:spPr>
          <a:xfrm>
            <a:off x="9060541" y="6009823"/>
            <a:ext cx="96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示意圖</a:t>
            </a:r>
          </a:p>
        </p:txBody>
      </p:sp>
    </p:spTree>
    <p:extLst>
      <p:ext uri="{BB962C8B-B14F-4D97-AF65-F5344CB8AC3E}">
        <p14:creationId xmlns:p14="http://schemas.microsoft.com/office/powerpoint/2010/main" val="349896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節點內容設計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每個節點包含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中文名稱與英文名稱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一句話重點與白話摘要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代表人物或研究團隊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生活應用與常見誤解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相關論文與資料來源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本地影片撥放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小測驗與即時回饋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4A61D1-E3BF-434C-6B28-8A43A25169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303"/>
          <a:stretch>
            <a:fillRect/>
          </a:stretch>
        </p:blipFill>
        <p:spPr>
          <a:xfrm>
            <a:off x="5984417" y="365125"/>
            <a:ext cx="3280229" cy="563196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DEEAAFE-E475-2C70-2164-E3D10730E1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024"/>
          <a:stretch>
            <a:fillRect/>
          </a:stretch>
        </p:blipFill>
        <p:spPr>
          <a:xfrm>
            <a:off x="9382269" y="219982"/>
            <a:ext cx="2700748" cy="352470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B002D4C-33AD-11E1-CDD6-3EBAD42CA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041" y="3879623"/>
            <a:ext cx="1646364" cy="229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4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期末新增功能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7ABF9D9-AE3F-55AD-7831-BAB9A6666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99" y="1825625"/>
            <a:ext cx="77316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8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93F7-5396-3E1B-C166-BB1B41F7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74ABEE-C478-FC95-6EA5-6D5E62E4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技術實作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1FC3870-AEB3-DBD7-D158-1D9F28AF9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234" y="1690688"/>
            <a:ext cx="11052566" cy="381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8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97D5-6A8E-52EC-35AF-948A8C7F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A561B-8DC3-3205-6B13-44611431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完成成果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8510D9-10AE-0ED7-EA4F-6C7696272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個主要葉面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首頁、互動地圖、主題索引、關於頁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節點資料與技術連線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支本地影片映射，每個節點都有影片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完成搜尋、年代篩選、拖曳縮放與測驗互動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完成學習路線、技術比較與測驗進度追蹤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971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8EF37-D07E-3F89-0134-F5902125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55D78-B4E8-DFED-77AE-792A1631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458" y="793985"/>
            <a:ext cx="6257083" cy="2435787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感謝聆聽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Q&amp;A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47CCB56-9522-1C1E-C9DB-033EB7E78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212" y="3127828"/>
            <a:ext cx="2435788" cy="243578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55388C2-DC1C-1BD5-150F-7F2299961095}"/>
              </a:ext>
            </a:extLst>
          </p:cNvPr>
          <p:cNvSpPr txBox="1"/>
          <p:nvPr/>
        </p:nvSpPr>
        <p:spPr>
          <a:xfrm>
            <a:off x="1381469" y="3730172"/>
            <a:ext cx="3294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/>
              <a:t>網站連結</a:t>
            </a:r>
            <a:r>
              <a:rPr lang="en-US" altLang="zh-TW" sz="5400" dirty="0"/>
              <a:t>: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25739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415</Words>
  <Application>Microsoft Office PowerPoint</Application>
  <PresentationFormat>寬螢幕</PresentationFormat>
  <Paragraphs>53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1.專題簡介</vt:lpstr>
      <vt:lpstr>2.專題動機</vt:lpstr>
      <vt:lpstr>3.目標使用者</vt:lpstr>
      <vt:lpstr>4.核心設計理念</vt:lpstr>
      <vt:lpstr>5.網站架構</vt:lpstr>
      <vt:lpstr>6.資料與內容規模</vt:lpstr>
      <vt:lpstr>7.互動地圖功能</vt:lpstr>
      <vt:lpstr>8.節點內容設計</vt:lpstr>
      <vt:lpstr>9.期末新增功能</vt:lpstr>
      <vt:lpstr>10.技術實作</vt:lpstr>
      <vt:lpstr>11.完成成果</vt:lpstr>
      <vt:lpstr>感謝聆聽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許哲瑋</cp:lastModifiedBy>
  <cp:revision>49</cp:revision>
  <dcterms:created xsi:type="dcterms:W3CDTF">2020-04-27T02:20:45Z</dcterms:created>
  <dcterms:modified xsi:type="dcterms:W3CDTF">2026-06-09T14:11:00Z</dcterms:modified>
</cp:coreProperties>
</file>