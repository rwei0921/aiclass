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03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DB6401E-E8FE-D72B-5160-AB1D98857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213" y="2472613"/>
            <a:ext cx="4240853" cy="2127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寬螢幕</PresentationFormat>
  <Paragraphs>9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Explorer</dc:title>
  <dc:subject>PptxGenJS Presentation</dc:subject>
  <dc:creator>Created by Marp</dc:creator>
  <cp:lastModifiedBy>許哲瑋</cp:lastModifiedBy>
  <cp:revision>3</cp:revision>
  <dcterms:created xsi:type="dcterms:W3CDTF">2026-03-29T16:05:21Z</dcterms:created>
  <dcterms:modified xsi:type="dcterms:W3CDTF">2026-03-29T16:07:24Z</dcterms:modified>
</cp:coreProperties>
</file>